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a1a59b37546a1" /><Relationship Type="http://schemas.openxmlformats.org/officeDocument/2006/relationships/extended-properties" Target="/docProps/app.xml" Id="Rc8433f46c692447c" /><Relationship Type="http://schemas.openxmlformats.org/officeDocument/2006/relationships/officeDocument" Target="/ppt/presentation.xml" Id="R057673f71b0e43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bec62c9de4dd0"/>
  </p:sldMasterIdLst>
  <p:notesMasterIdLst>
    <p:notesMasterId xmlns:r="http://schemas.openxmlformats.org/officeDocument/2006/relationships" r:id="Rfb1bf43a5bc94288"/>
  </p:notesMasterIdLst>
  <p:sldIdLst>
    <p:sldId xmlns:r="http://schemas.openxmlformats.org/officeDocument/2006/relationships" id="256" r:id="Rb9ebb6f862544365"/>
    <p:sldId xmlns:r="http://schemas.openxmlformats.org/officeDocument/2006/relationships" id="257" r:id="R56c3d6bf8f9e422e"/>
    <p:sldId xmlns:r="http://schemas.openxmlformats.org/officeDocument/2006/relationships" id="258" r:id="R4a2c8e44154144a3"/>
    <p:sldId xmlns:r="http://schemas.openxmlformats.org/officeDocument/2006/relationships" id="259" r:id="Rbea4a0b3c1a340f8"/>
    <p:sldId xmlns:r="http://schemas.openxmlformats.org/officeDocument/2006/relationships" id="260" r:id="R61b6792ae4b04ec7"/>
    <p:sldId xmlns:r="http://schemas.openxmlformats.org/officeDocument/2006/relationships" id="261" r:id="Rc1d2d81c5d044564"/>
    <p:sldId xmlns:r="http://schemas.openxmlformats.org/officeDocument/2006/relationships" id="262" r:id="Rdec3332e33024554"/>
    <p:sldId xmlns:r="http://schemas.openxmlformats.org/officeDocument/2006/relationships" id="263" r:id="R646d6d9b90cf4f2b"/>
    <p:sldId xmlns:r="http://schemas.openxmlformats.org/officeDocument/2006/relationships" id="264" r:id="Rd3d28a8172e14ff1"/>
    <p:sldId xmlns:r="http://schemas.openxmlformats.org/officeDocument/2006/relationships" id="265" r:id="R6a6924327fa14fb7"/>
    <p:sldId xmlns:r="http://schemas.openxmlformats.org/officeDocument/2006/relationships" id="266" r:id="R7decf70ee0144fbd"/>
    <p:sldId xmlns:r="http://schemas.openxmlformats.org/officeDocument/2006/relationships" id="267" r:id="Rfffe3be1f4514abb"/>
    <p:sldId xmlns:r="http://schemas.openxmlformats.org/officeDocument/2006/relationships" id="268" r:id="R92829a949eed401c"/>
    <p:sldId xmlns:r="http://schemas.openxmlformats.org/officeDocument/2006/relationships" id="269" r:id="Ra4c2ca5079464abe"/>
    <p:sldId xmlns:r="http://schemas.openxmlformats.org/officeDocument/2006/relationships" id="270" r:id="R023d1339aa044b3d"/>
    <p:sldId xmlns:r="http://schemas.openxmlformats.org/officeDocument/2006/relationships" id="271" r:id="R7a9188162e4047af"/>
    <p:sldId xmlns:r="http://schemas.openxmlformats.org/officeDocument/2006/relationships" id="272" r:id="R9e38469715f74a79"/>
    <p:sldId xmlns:r="http://schemas.openxmlformats.org/officeDocument/2006/relationships" id="273" r:id="Re864967131ed4d19"/>
    <p:sldId xmlns:r="http://schemas.openxmlformats.org/officeDocument/2006/relationships" id="274" r:id="R300c49ead49c4056"/>
    <p:sldId xmlns:r="http://schemas.openxmlformats.org/officeDocument/2006/relationships" id="275" r:id="Ra5d4e858ce284d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116d44f1c642e8" /><Relationship Type="http://schemas.openxmlformats.org/officeDocument/2006/relationships/slideMaster" Target="/ppt/slideMasters/slideMaster1.xml" Id="Red2bec62c9de4dd0" /><Relationship Type="http://schemas.openxmlformats.org/officeDocument/2006/relationships/notesMaster" Target="/ppt/notesMasters/notesMaster1.xml" Id="Rfb1bf43a5bc94288" /><Relationship Type="http://schemas.openxmlformats.org/officeDocument/2006/relationships/presProps" Target="/ppt/presProps.xml" Id="R8d33ecd7229144f3" /><Relationship Type="http://schemas.openxmlformats.org/officeDocument/2006/relationships/tableStyles" Target="/ppt/tableStyles.xml" Id="Ra9220620744c443c" /><Relationship Type="http://schemas.openxmlformats.org/officeDocument/2006/relationships/slide" Target="/ppt/slides/slide1.xml" Id="Rb9ebb6f862544365" /><Relationship Type="http://schemas.openxmlformats.org/officeDocument/2006/relationships/slide" Target="/ppt/slides/slide2.xml" Id="R56c3d6bf8f9e422e" /><Relationship Type="http://schemas.openxmlformats.org/officeDocument/2006/relationships/slide" Target="/ppt/slides/slide3.xml" Id="R4a2c8e44154144a3" /><Relationship Type="http://schemas.openxmlformats.org/officeDocument/2006/relationships/slide" Target="/ppt/slides/slide4.xml" Id="Rbea4a0b3c1a340f8" /><Relationship Type="http://schemas.openxmlformats.org/officeDocument/2006/relationships/slide" Target="/ppt/slides/slide5.xml" Id="R61b6792ae4b04ec7" /><Relationship Type="http://schemas.openxmlformats.org/officeDocument/2006/relationships/slide" Target="/ppt/slides/slide6.xml" Id="Rc1d2d81c5d044564" /><Relationship Type="http://schemas.openxmlformats.org/officeDocument/2006/relationships/slide" Target="/ppt/slides/slide7.xml" Id="Rdec3332e33024554" /><Relationship Type="http://schemas.openxmlformats.org/officeDocument/2006/relationships/slide" Target="/ppt/slides/slide8.xml" Id="R646d6d9b90cf4f2b" /><Relationship Type="http://schemas.openxmlformats.org/officeDocument/2006/relationships/slide" Target="/ppt/slides/slide9.xml" Id="Rd3d28a8172e14ff1" /><Relationship Type="http://schemas.openxmlformats.org/officeDocument/2006/relationships/slide" Target="/ppt/slides/slide10.xml" Id="R6a6924327fa14fb7" /><Relationship Type="http://schemas.openxmlformats.org/officeDocument/2006/relationships/slide" Target="/ppt/slides/slide11.xml" Id="R7decf70ee0144fbd" /><Relationship Type="http://schemas.openxmlformats.org/officeDocument/2006/relationships/slide" Target="/ppt/slides/slide12.xml" Id="Rfffe3be1f4514abb" /><Relationship Type="http://schemas.openxmlformats.org/officeDocument/2006/relationships/slide" Target="/ppt/slides/slide13.xml" Id="R92829a949eed401c" /><Relationship Type="http://schemas.openxmlformats.org/officeDocument/2006/relationships/slide" Target="/ppt/slides/slide14.xml" Id="Ra4c2ca5079464abe" /><Relationship Type="http://schemas.openxmlformats.org/officeDocument/2006/relationships/slide" Target="/ppt/slides/slide15.xml" Id="R023d1339aa044b3d" /><Relationship Type="http://schemas.openxmlformats.org/officeDocument/2006/relationships/slide" Target="/ppt/slides/slide16.xml" Id="R7a9188162e4047af" /><Relationship Type="http://schemas.openxmlformats.org/officeDocument/2006/relationships/slide" Target="/ppt/slides/slide17.xml" Id="R9e38469715f74a79" /><Relationship Type="http://schemas.openxmlformats.org/officeDocument/2006/relationships/slide" Target="/ppt/slides/slide18.xml" Id="Re864967131ed4d19" /><Relationship Type="http://schemas.openxmlformats.org/officeDocument/2006/relationships/slide" Target="/ppt/slides/slide19.xml" Id="R300c49ead49c4056" /><Relationship Type="http://schemas.openxmlformats.org/officeDocument/2006/relationships/slide" Target="/ppt/slides/slide20.xml" Id="Ra5d4e858ce28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e52c0c2ba2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8179ec55e4729" /><Relationship Type="http://schemas.openxmlformats.org/officeDocument/2006/relationships/notesMaster" Target="/ppt/notesMasters/notesMaster1.xml" Id="Rf2cc5c752bd7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4e029b8754d83" /><Relationship Type="http://schemas.openxmlformats.org/officeDocument/2006/relationships/notesMaster" Target="/ppt/notesMasters/notesMaster1.xml" Id="R927208c58a65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e6ac463ef44df4" /><Relationship Type="http://schemas.openxmlformats.org/officeDocument/2006/relationships/notesMaster" Target="/ppt/notesMasters/notesMaster1.xml" Id="Rc362dbd00211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f07bdf9694533" /><Relationship Type="http://schemas.openxmlformats.org/officeDocument/2006/relationships/notesMaster" Target="/ppt/notesMasters/notesMaster1.xml" Id="Recde39b2aa0546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4a1156550c4345" /><Relationship Type="http://schemas.openxmlformats.org/officeDocument/2006/relationships/notesMaster" Target="/ppt/notesMasters/notesMaster1.xml" Id="R0e3d189cae6d45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3b6b0836e449f" /><Relationship Type="http://schemas.openxmlformats.org/officeDocument/2006/relationships/notesMaster" Target="/ppt/notesMasters/notesMaster1.xml" Id="R65ce23dbc431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441b9773bf49d1" /><Relationship Type="http://schemas.openxmlformats.org/officeDocument/2006/relationships/notesMaster" Target="/ppt/notesMasters/notesMaster1.xml" Id="Rf9a8d2aeef90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c74fdf47574f07" /><Relationship Type="http://schemas.openxmlformats.org/officeDocument/2006/relationships/notesMaster" Target="/ppt/notesMasters/notesMaster1.xml" Id="Re14a54d4867f45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4f3e0fe0ab46b2" /><Relationship Type="http://schemas.openxmlformats.org/officeDocument/2006/relationships/notesMaster" Target="/ppt/notesMasters/notesMaster1.xml" Id="R7a0de3f7789d4b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f20446f74e49d5" /><Relationship Type="http://schemas.openxmlformats.org/officeDocument/2006/relationships/notesMaster" Target="/ppt/notesMasters/notesMaster1.xml" Id="Rd23de324265f45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d7093618a74086" /><Relationship Type="http://schemas.openxmlformats.org/officeDocument/2006/relationships/notesMaster" Target="/ppt/notesMasters/notesMaster1.xml" Id="R383708b293f744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b899d39b414d74" /><Relationship Type="http://schemas.openxmlformats.org/officeDocument/2006/relationships/notesMaster" Target="/ppt/notesMasters/notesMaster1.xml" Id="R1347cbb9133a41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1571f3e74e4892" /><Relationship Type="http://schemas.openxmlformats.org/officeDocument/2006/relationships/notesMaster" Target="/ppt/notesMasters/notesMaster1.xml" Id="Raf44b1f3a7ef43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73f5bd211241d4" /><Relationship Type="http://schemas.openxmlformats.org/officeDocument/2006/relationships/notesMaster" Target="/ppt/notesMasters/notesMaster1.xml" Id="R27ba93ec46fb4d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a24be460f942da" /><Relationship Type="http://schemas.openxmlformats.org/officeDocument/2006/relationships/notesMaster" Target="/ppt/notesMasters/notesMaster1.xml" Id="R3ec1d222892040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7c1ca42bfc4019" /><Relationship Type="http://schemas.openxmlformats.org/officeDocument/2006/relationships/notesMaster" Target="/ppt/notesMasters/notesMaster1.xml" Id="R6498e90c7f8d40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fb6cf7cbd94010" /><Relationship Type="http://schemas.openxmlformats.org/officeDocument/2006/relationships/notesMaster" Target="/ppt/notesMasters/notesMaster1.xml" Id="Rcb8238b916e14c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56dbbe0d074bd9" /><Relationship Type="http://schemas.openxmlformats.org/officeDocument/2006/relationships/notesMaster" Target="/ppt/notesMasters/notesMaster1.xml" Id="R939a75326bf747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5306cd1ebe4832" /><Relationship Type="http://schemas.openxmlformats.org/officeDocument/2006/relationships/notesMaster" Target="/ppt/notesMasters/notesMaster1.xml" Id="R3350909911904e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37dff67839460c" /><Relationship Type="http://schemas.openxmlformats.org/officeDocument/2006/relationships/notesMaster" Target="/ppt/notesMasters/notesMaster1.xml" Id="R7d7a60cf38034c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43e2787bc4f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7ee01bbf041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46ccefc484e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b9363fa534b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b0ade1e524d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cfb748780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A488D-652E-42E5-800E-F5F2D8B84D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B069E3-4D29-4A47-A4F7-07AB26C157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C5A140-EB7C-40D4-8EC6-90D372273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E56BDE-12E6-45A8-8BA5-EE9BA0563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8080D7-44F7-47B6-B2B0-18D22A708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C0538A-62F9-4363-9CC8-77DDE89F99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D597B1-739D-417E-86F5-916B4B90B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EDB78B-7B4E-45F7-99AE-F7803F42D9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2FAF9D-A956-43AF-94DB-A75A562F7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DCA823-D0E0-4B71-845F-711DD16800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3502913f746d8" /><Relationship Type="http://schemas.openxmlformats.org/officeDocument/2006/relationships/slideLayout" Target="/ppt/slideLayouts/slideLayout1.xml" Id="R0ea160177d7d44d7" /><Relationship Type="http://schemas.openxmlformats.org/officeDocument/2006/relationships/slideLayout" Target="/ppt/slideLayouts/slideLayout2.xml" Id="R80c2e5f056824c08" /><Relationship Type="http://schemas.openxmlformats.org/officeDocument/2006/relationships/slideLayout" Target="/ppt/slideLayouts/slideLayout3.xml" Id="Rd8ab2b90d1544349" /><Relationship Type="http://schemas.openxmlformats.org/officeDocument/2006/relationships/slideLayout" Target="/ppt/slideLayouts/slideLayout4.xml" Id="R9d722cabe1f649a2" /><Relationship Type="http://schemas.openxmlformats.org/officeDocument/2006/relationships/slideLayout" Target="/ppt/slideLayouts/slideLayout5.xml" Id="R5bbee88ce8ec4686" /><Relationship Type="http://schemas.openxmlformats.org/officeDocument/2006/relationships/slideLayout" Target="/ppt/slideLayouts/slideLayout6.xml" Id="R151fc5a852d0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160177d7d44d7"/>
    <p:sldLayoutId xmlns:r="http://schemas.openxmlformats.org/officeDocument/2006/relationships" id="2147483650" r:id="R80c2e5f056824c08"/>
    <p:sldLayoutId xmlns:r="http://schemas.openxmlformats.org/officeDocument/2006/relationships" id="2147483651" r:id="Rd8ab2b90d1544349"/>
    <p:sldLayoutId xmlns:r="http://schemas.openxmlformats.org/officeDocument/2006/relationships" id="2147483652" r:id="R9d722cabe1f649a2"/>
    <p:sldLayoutId xmlns:r="http://schemas.openxmlformats.org/officeDocument/2006/relationships" id="2147483653" r:id="R5bbee88ce8ec4686"/>
    <p:sldLayoutId xmlns:r="http://schemas.openxmlformats.org/officeDocument/2006/relationships" id="2147483654" r:id="R151fc5a852d0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dc19156fd4de2" /><Relationship Type="http://schemas.openxmlformats.org/officeDocument/2006/relationships/notesSlide" Target="/ppt/notesSlides/notesSlide1.xml" Id="Rc644c18ae5c04f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b7505b99b4b43" /><Relationship Type="http://schemas.openxmlformats.org/officeDocument/2006/relationships/notesSlide" Target="/ppt/notesSlides/notesSlide2.xml" Id="R87b7d7d4d9c3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f8f8b2b9d42fc" /><Relationship Type="http://schemas.openxmlformats.org/officeDocument/2006/relationships/notesSlide" Target="/ppt/notesSlides/notesSlide3.xml" Id="R6a5f19ecfe67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eca86c36344e1" /><Relationship Type="http://schemas.openxmlformats.org/officeDocument/2006/relationships/notesSlide" Target="/ppt/notesSlides/notesSlide4.xml" Id="Rcc5151dcafc04f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83b330449441c" /><Relationship Type="http://schemas.openxmlformats.org/officeDocument/2006/relationships/notesSlide" Target="/ppt/notesSlides/notesSlide5.xml" Id="R5f07e7c5c6ce47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03487d4d64252" /><Relationship Type="http://schemas.openxmlformats.org/officeDocument/2006/relationships/notesSlide" Target="/ppt/notesSlides/notesSlide6.xml" Id="R472b9c4c966548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3b961371d4669" /><Relationship Type="http://schemas.openxmlformats.org/officeDocument/2006/relationships/notesSlide" Target="/ppt/notesSlides/notesSlide7.xml" Id="R006e9f9554bd4f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24eaf2bb64431" /><Relationship Type="http://schemas.openxmlformats.org/officeDocument/2006/relationships/notesSlide" Target="/ppt/notesSlides/notesSlide8.xml" Id="R94617d4d32a949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ef95176b34d04" /><Relationship Type="http://schemas.openxmlformats.org/officeDocument/2006/relationships/image" Target="/ppt/media/image.png" Id="R2a6818ef43f942cd" /><Relationship Type="http://schemas.openxmlformats.org/officeDocument/2006/relationships/notesSlide" Target="/ppt/notesSlides/notesSlide9.xml" Id="Racb855a9d3ce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3ee760c4246ec" /><Relationship Type="http://schemas.openxmlformats.org/officeDocument/2006/relationships/notesSlide" Target="/ppt/notesSlides/notesSlide10.xml" Id="R8df655b598f444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2a2e0bfe348f9" /><Relationship Type="http://schemas.openxmlformats.org/officeDocument/2006/relationships/image" Target="/ppt/media/image.jpeg" Id="Rc6f055577bc84562" /><Relationship Type="http://schemas.openxmlformats.org/officeDocument/2006/relationships/notesSlide" Target="/ppt/notesSlides/notesSlide11.xml" Id="R119cc5aa1b4a4d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cb75d135d41ed" /><Relationship Type="http://schemas.openxmlformats.org/officeDocument/2006/relationships/image" Target="/ppt/media/image2.jpeg" Id="R92a1514c9d6e4222" /><Relationship Type="http://schemas.openxmlformats.org/officeDocument/2006/relationships/notesSlide" Target="/ppt/notesSlides/notesSlide12.xml" Id="Rf8af5aed69d74b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1393b48694e71" /><Relationship Type="http://schemas.openxmlformats.org/officeDocument/2006/relationships/notesSlide" Target="/ppt/notesSlides/notesSlide13.xml" Id="R8a4c95dfc91d44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350fd27694604" /><Relationship Type="http://schemas.openxmlformats.org/officeDocument/2006/relationships/notesSlide" Target="/ppt/notesSlides/notesSlide14.xml" Id="R262edfceabb741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0ec5ae61c40c1" /><Relationship Type="http://schemas.openxmlformats.org/officeDocument/2006/relationships/notesSlide" Target="/ppt/notesSlides/notesSlide15.xml" Id="R5163996b9d7b4a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3aa4b05504856" /><Relationship Type="http://schemas.openxmlformats.org/officeDocument/2006/relationships/notesSlide" Target="/ppt/notesSlides/notesSlide16.xml" Id="Raad5a34db2a24a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3f189cccd4d79" /><Relationship Type="http://schemas.openxmlformats.org/officeDocument/2006/relationships/image" Target="/ppt/media/image2.png" Id="Rc6e17de844334119" /><Relationship Type="http://schemas.openxmlformats.org/officeDocument/2006/relationships/image" Target="/ppt/media/image3.png" Id="R9e9ae2dc8897422f" /><Relationship Type="http://schemas.openxmlformats.org/officeDocument/2006/relationships/notesSlide" Target="/ppt/notesSlides/notesSlide17.xml" Id="R4f568bc032ea40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c7f24ffd84b89" /><Relationship Type="http://schemas.openxmlformats.org/officeDocument/2006/relationships/image" Target="/ppt/media/image4.png" Id="R7f7a7733d74e4ddd" /><Relationship Type="http://schemas.openxmlformats.org/officeDocument/2006/relationships/notesSlide" Target="/ppt/notesSlides/notesSlide18.xml" Id="Ra7492f021c244d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2bd9ea4674872" /><Relationship Type="http://schemas.openxmlformats.org/officeDocument/2006/relationships/notesSlide" Target="/ppt/notesSlides/notesSlide19.xml" Id="R4761b9d7ef3746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058a14ee249f6" /><Relationship Type="http://schemas.openxmlformats.org/officeDocument/2006/relationships/notesSlide" Target="/ppt/notesSlides/notesSlide20.xml" Id="Rbf75979642f349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5700C-D12A-40DF-96DE-FD1851F0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FF5D9-88F3-4944-9EA7-76C55C1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D9280-B9FA-49E8-BEA4-880723D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B4E15-2853-4456-929E-975360E0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53D11-6F1E-48F2-9577-CB1BF2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65B90-0857-4721-9CF3-6BF9082B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2829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SYSTEM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ACCB-580D-47F4-ACD2-662B371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470918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Prove the backend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BD795-B3CD-4112-80D0-02E0BDE7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3642066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Walk through the customer journey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9ECC1-A20C-4674-8003-13D83B6E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11573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Walk through customers, account creation, logins, tracking, and the connection between the backend and the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5599C-D720-46EC-824D-E5B02CF8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67346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customer-facing website. Show how changes reach the front 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E1393-2075-441B-A58F-83606794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7815"/>
            <a:ext cx="299070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Know where everything lives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22F98-5EE8-4BFF-A75E-16D03E6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107364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Explain where everything is saved, including customer records, account information, orders, tracking, 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74AE4-61CC-433B-904F-C8793C61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8381"/>
            <a:ext cx="32660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content, and agent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5419C-A5A5-4B9E-910D-30358CA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3680"/>
            <a:ext cx="267627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Review the latest updates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0032B-F252-4250-B9D8-E6AD03A6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1638"/>
            <a:ext cx="109534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Review our latest backend updates, what is already working, and what remains unfinished or disconnected.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38E58-3C9A-458D-9656-020C0F5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696762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SYSTEM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28637-8617-4C43-903D-C6EF1ABF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2130510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6DD59-BA38-4B7F-B040-CF64D27F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87349-6412-4B17-924B-CC56379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7D535-3B4E-4C92-BB92-A8DAE11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7E017-C978-426A-A43B-B1A0050F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FFFB5-E0C4-46CA-A2D9-15D0780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0700C-0B15-4CFB-ACDD-37D82EB1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2829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SYSTEM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CCCFD-F582-4EBA-B1E2-A84C1C0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25835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Understand the connections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036B3-D68D-4240-B5A8-CCF8CC6F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1686437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Map the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01846-248B-4BE2-84A9-904D97D1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07884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Show me the complete system and data flow: what runs on the front end, what runs on the backend, what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9976D-736E-4C58-97CC-11E70BA1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109787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Supabase stores or controls, what GitHub contains, and how a change moves from the code to the live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1C7E4-5193-457B-B49D-3AACB329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7815"/>
            <a:ext cx="345656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Show me where to make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D2664-FF55-4B96-BEDF-DB57C42B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1103084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Show me where I should make future changes, how GitHub and Supabase should be updated together, 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EDA83-8656-427A-8445-A0E982B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8381"/>
            <a:ext cx="996195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which changes can affect customer data, logins, orders, tracking, website content, or the AI brain.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BE50A-B571-4210-B6DB-184A0DB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3680"/>
            <a:ext cx="265284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Give me a usable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FDE20-573C-4D02-A486-76AD39A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1638"/>
            <a:ext cx="1110562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Leave me with a simple written map of the system, the accounts and access I need, the changes I can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857A0-14AC-4D9C-BD3C-95FF7078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4246"/>
            <a:ext cx="72427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myself, and the changes Riley should review before they go live.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C0088-64A2-445E-9231-53BAEF49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696762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SYSTEM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27884-B4AC-45B8-BAC6-A6BE4F5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378532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3FDE6-AF48-4034-BC91-1DB17B89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12B42-027D-4D76-8622-2A162BE0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5C975-3E55-4A2C-8483-6A3B60D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0FB80-BD35-44F0-B9B3-2C19B427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4601F-27F1-4E26-9ABD-F8FD46FC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D2C55-8F98-4198-8C39-1E96490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2829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SYSTEM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979B-56D9-4FD6-8DB3-1E88E7E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42783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Add features with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FD44-C470-4C85-B5EE-AEA16CA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2979139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A repeatable update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12036-0D73-4A32-8941-1F9F206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09789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Give me a safe process for adding features: create a separate GitHub branch, preview and test the change,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597A-C2DE-48E8-9218-08938786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106490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review any Supabase database or permission changes, approve the update, deploy it, and verify the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FD0F2-B09D-4C3A-AA48-3EA0DC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5124"/>
            <a:ext cx="7368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0EC66-48CD-42D9-9DB4-F743EA5D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423"/>
            <a:ext cx="224571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Checks and balances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C0A49-DC54-4CDF-A13C-DD619DFD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8381"/>
            <a:ext cx="106997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Set up checks and balances so I do not accidentally break the live site or data. Cover backups,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C8ABD-DAB3-4818-AE34-75956FC2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0989"/>
            <a:ext cx="110797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migrations, access permissions, automated checks, a staging or preview environment, deployment approval,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28C09-1485-425A-9DDF-7C904046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597"/>
            <a:ext cx="26047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monitoring, and rollback.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C11F5-DADB-43B2-AF9D-B82F566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696762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SYSTEM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8C3CE-5132-4A44-BA28-7D31EEDE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885055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1564F-B68B-4617-B42B-6F6BD74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BB116-5714-4DE2-A713-DE7953B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CB906-5114-4D2B-8A64-42BD8938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309DD-4E48-4348-89C0-0D01F2A6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56F1A-0DF6-4190-99E8-E4FD71C5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CB25E-427F-47F4-80A0-8D45C85E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2829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SYSTEM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A3AC9-E88D-4777-8822-3C66921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43064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the agents useful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CB7A3-D261-4961-8CE3-9C86A35B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1709458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Customer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729FD-43BC-4EC1-B80C-A105C37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125854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Connect the customer agent to the TrueMark brain so it can learn and improve over time, use its capabilities 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D8619-5851-4CAD-854F-FEB2CB9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106238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help customers thoughtfully, and avoid repeating the same canned answers. Agree on how learning 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9CA92-EF10-49C3-814F-B5DDACA6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5124"/>
            <a:ext cx="19304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memory will 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91706-CE83-4241-8095-698F9B11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423"/>
            <a:ext cx="146512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Partner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734A3-F50C-460F-9D6E-2BA183B3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8381"/>
            <a:ext cx="1049684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the partner agent useful and capable of taking action, beyond answering from fixed chatbot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D8CA7-1695-403C-B68E-65FF3EA3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0989"/>
            <a:ext cx="8805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Review the partner capabilities we already discussed and confirm they are connected.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D4BC9-80AE-47F9-8A5E-3A100161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6288"/>
            <a:ext cx="195410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My personal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BFE63-2BF9-4A93-8E48-6048148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4246"/>
            <a:ext cx="1104233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My personal agent already has a running version. Review its existing setup and connections. Demonstrate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6B046-14A1-4764-8B3C-70269C1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6854"/>
            <a:ext cx="1006342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complete task for the customer and partner agents and confirm their data access and permissions.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27579-C564-4C96-BEBC-C6208F3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696762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SYSTEM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6CBC2-456B-4DFD-AE63-CB9AFCD6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2041968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9AE33-66EC-4E0B-9665-D1D3F67C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253FD-DB15-470E-B877-2B24AE64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D8D48-ACDB-412C-9F7B-457D2F7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28A74-E15E-4E41-AB34-7F206B0D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A2E82-071F-46E3-A56E-C01ED343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BB7E6-7813-4382-80E1-0D1666B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2829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SYSTEM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E5AB0-9731-49F2-848E-8DFDCEF3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426325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Finish the connections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983C4-D36C-4A13-B4C0-28040233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1046020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04576-585B-4089-A627-16C43D8D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603524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Connect Google Analytics and confirm that tracking works.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D717A-1515-42FC-B2EA-30790911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5207"/>
            <a:ext cx="328159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Email flows and the email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AC3C6-C16C-4732-8725-2D0686F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3165"/>
            <a:ext cx="105462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Review email flows and the email-flow agent we discussed. Identify the software, triggers, and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88E58-E21D-4DEE-997F-69F15E0D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22241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connections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4124F-FDD8-4C60-BB49-9965B3E0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1072"/>
            <a:ext cx="393347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Website URL and payment processing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28A58-108E-48DE-B12E-E02AA9B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9030"/>
            <a:ext cx="1097782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Confirm the website URL we need so we can move forward with a payment processor. Identify anything still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9DDA8-C033-4557-AB8B-2F46996E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1638"/>
            <a:ext cx="43589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needed before we can apply or connect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CF07A-B255-437F-928B-76DC29B1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696762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SYSTEM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F420A-0DE6-4C30-A632-4D258189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541603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6C157-CC33-4371-AEF5-0DFA0F0D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4628B-AF39-4D41-90D5-05110EE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E51E5-6E14-4F49-AA45-2A701AA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1878B-0A33-4C92-8402-3FA511F9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AF715-301E-457D-B325-8164DFFC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C06C1-F746-4D7E-8FD1-F78BE1C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700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E61A9-5CE9-4BA3-85F4-F1820C6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680412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Shipping status should reflect reality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B8CDE-065A-405F-ABD5-40A23F7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9204"/>
            <a:ext cx="1186141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01 Packed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E1666-F395-4876-9792-84581FF7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916"/>
            <a:ext cx="400448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Print a label and mark the order “Packed.”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23563-800D-43D2-ADA6-ECF2E31A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1219"/>
            <a:ext cx="1732866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02 Dropping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B1629-804A-419F-9398-22C33541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3931"/>
            <a:ext cx="470332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Use “Dropping off” for the stage before the carrier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298D0-0C02-47FE-9792-46902DC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2155"/>
            <a:ext cx="512252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confirms shipment, instead of marking it “Shipped” too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31508-7F1F-47F6-B344-D5111C6F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379"/>
            <a:ext cx="62671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early.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6325C-E8FF-408C-8447-EA6F808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9204"/>
            <a:ext cx="12829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03 Shipped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CF474-835A-4BFC-AD68-5F1A7E9E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916"/>
            <a:ext cx="499431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Automatically mark the order “Shipped” once UPS 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0E495-1957-42A3-9E7F-7CCD7921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0140"/>
            <a:ext cx="492484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FedEx scans the package and tracking confirms the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36F6B-F358-40E3-A570-FBB29059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8364"/>
            <a:ext cx="87166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handoff.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74841-8DF4-4E2D-B37E-CFD7E031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7667"/>
            <a:ext cx="2341741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Mobile shipping desk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1E7A5-1EEA-4477-9478-DCB65E7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379"/>
            <a:ext cx="515762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Fix the mobile shipping desk view where content is cut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A0AA9-4B29-4B93-B41E-EBED71E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8603"/>
            <a:ext cx="294496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off below the fulfillment queue.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C9698-446C-4A2A-8EE7-FDD100FB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52690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263BA-4E36-46C7-8762-55B0A3E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550263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D7BA0-1F7C-46FD-98CC-CE735831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5D1F4-D637-4E06-8AB2-C416B0D6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35A31-3C83-42F8-A1E5-633405F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88180-F74F-46D4-8562-DA789AF2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6C6B8-7BF2-454C-B60B-E336208D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7ACBD-2300-4E86-AA9E-E7B49837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700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DE5FC-94B5-4F78-917C-CA12D11A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23733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Refine the Command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7F154-8275-482D-B23E-2992398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9204"/>
            <a:ext cx="140500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Order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F17A-7020-474E-A31F-72832F22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916"/>
            <a:ext cx="456334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Orders and overview: remove the “Placed”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F3855-1BF7-4F09-B247-2BEDFEA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0140"/>
            <a:ext cx="525154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because the intended flow treats placed orders as paid.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4CA24-E471-46E6-88D6-54E2BF5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8364"/>
            <a:ext cx="483204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Confirm the payment behavior before changing the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F2736-6B30-486C-AE1B-3AE796A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6588"/>
            <a:ext cx="122078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status logic.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FA293-D84A-41AD-B441-A118E18E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5891"/>
            <a:ext cx="1319961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Risk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94FF1-AEAF-480A-99F8-270028D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8603"/>
            <a:ext cx="508712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Risk review: set up automatic review triggers for large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D4CCC-78D4-4AE9-ABFA-F06A3E0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6827"/>
            <a:ext cx="390011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orders. Agree on the quantity thresholds.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16233-39BA-4236-A746-B99433E8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9204"/>
            <a:ext cx="2073994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Lots and 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6EE3C-3B33-480B-A30E-B45E789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916"/>
            <a:ext cx="458729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Lots and certificates: refine lot management 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A25E7-AB95-4453-B2A7-F3FEE458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0140"/>
            <a:ext cx="470311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certificate tracking views. Products and inventory: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6D7C1-36E8-419D-89C7-AC118C6C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8364"/>
            <a:ext cx="502972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improve inventory synchronization and management.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60F1A-9BBC-48D7-B6A7-8C527EF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7667"/>
            <a:ext cx="2257341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Customer 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33F8C-A708-4E65-A7CB-09702727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379"/>
            <a:ext cx="484319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Combine inboxes and allow messages to customer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6E2E2-3974-4C88-A304-96A89749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8603"/>
            <a:ext cx="360860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accounts directly from the dashboard.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23706-66D7-4FED-9234-0A212B8D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52690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ADD83-F617-4AD2-8D18-A81A1471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623562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BC260-E8E0-48EE-8B31-D0295258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6AA68-A99B-428B-8DD9-F00AE39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D6820-F0CB-4534-A7D4-80138690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05C55-67A3-4332-9DE6-096E62C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C70DB-68E5-4700-B50D-FBB2EAFE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C80FB-D19F-40CC-A1EB-39367B89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700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3B49E-969F-4BA5-BDA1-7CB58ADB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04720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Improve the business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14337-5ADB-4CB1-84C1-E6A2DF4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1581662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Research Blog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A0467-7F74-4396-826B-44D2597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123254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Rename “Journal” to “Research Blog.” Make it possible to publish new posts so they appear automatically 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5FCF4-3256-414C-9651-03BE96D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290973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manually edit existing copy.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48161-F8B7-4E4A-8415-314D6CF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7815"/>
            <a:ext cx="147647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Profit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EA64F-ADB4-4FBD-B050-9D80D2D0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109283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Add testing costs, affiliate costs, and discount percentage. Agree on how each affects the profit calculation.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661E1-2172-4016-9F88-E7D31C9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52690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8E183-6578-4F6A-B244-4E8BEF71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133135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085C0-6251-40D3-9B39-9FBDDD24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E61C7-4E73-4F35-8FF4-641B4D5E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76BA5-CF75-44C5-8B8A-1E335B7A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59DA1-D7DD-4092-8370-9B784C8A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2C2C4-D321-47E6-BA9F-DFFBBC16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E1DC7-3E35-4DD2-849C-E3EE4B8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901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STOREFRONT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4F8DC-28C4-44EF-94D4-297935F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394606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Polish the homepage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B8F9D-6068-4C9C-B104-70467748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154145"/>
            <a:ext cx="149570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ORIGINAL ISSUE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1063C-3B39-41A3-B8EC-5EE1A23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2210107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Brand and hero 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8EBB5-6CB8-43C2-8C3D-088F1C9F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5899"/>
            <a:ext cx="626328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“TRUEMARK” replaced “Verified.” Move it slightly behind the vials,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FB60F-5410-44DD-8345-A73CFD2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123"/>
            <a:ext cx="619431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as in the original design. Keep “RESEARCH PEPTIDES” beneath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BBB5D-D00D-455B-B855-8131F9E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2347"/>
            <a:ext cx="599602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“True precision” and replace remaining “Research Compounds”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FB7E2-DB5E-4973-BF0F-7A89DE2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0571"/>
            <a:ext cx="90635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wording.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AC1E-31AE-4620-BE05-6A26180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8345"/>
            <a:ext cx="227947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Shop Peptides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2818B-BA8F-4DB3-B6A7-4E107B48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2294"/>
            <a:ext cx="638115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“Shop Peptides” replaced “View catalog.” Make the button reappear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1A583-6C44-423B-967B-F8A7533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0518"/>
            <a:ext cx="480830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below the “Organized by compound class” section.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D1212-DCAD-456A-8347-0D46278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8292"/>
            <a:ext cx="127848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Promotions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34628-A6BA-48EA-A84A-9C05047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2241"/>
            <a:ext cx="636969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Clean up the placement of the free-shipping offer and “10% off your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846E4-0E5B-4EF1-862F-192D7C3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0465"/>
            <a:ext cx="543766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first order.” Use the updated $200 free-shipping threshold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D0328-21B6-4BCB-8D8F-949A32C0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18689"/>
            <a:ext cx="523927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consistently; the reference screenshot still shows $150.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ABB66-21C1-4F0B-822F-76BBFB42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84315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STOREFRONT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738A8-4F32-4119-B693-ED89E07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10CC6-698C-470F-98FD-0ED88F9D0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818ef43f942cd"/>
          <a:stretch xmlns:a="http://schemas.openxmlformats.org/drawingml/2006/main"/>
        </p:blipFill>
        <p:spPr>
          <a:xfrm xmlns:a="http://schemas.openxmlformats.org/drawingml/2006/main">
            <a:off x="8435729" y="1752600"/>
            <a:ext cx="1988043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80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FC291-A32E-4F07-86CE-E1D0FDD1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E74D4-06B9-448D-AE0B-422F2469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C83FB-3728-428E-A51F-DE4C2F56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D0E13-2F95-4F47-9234-6ED7DCCB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BBF59-20D4-49AB-AC1F-F442470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B61D3-F3A5-495B-A76E-4720374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901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STOREFRONT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B3A6D-8070-4FDF-BB5B-99C696C4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650888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the collection easy to explore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42D32-47EB-4BD8-B1F8-824CB24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9204"/>
            <a:ext cx="1380292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Look Closer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7B9D2-3D2F-4164-BE5B-438C6F2A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916"/>
            <a:ext cx="5169796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Look Closer: skip step 01 and go straight to step 02 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D7BD9-B810-4217-9DAD-72554F9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0140"/>
            <a:ext cx="530946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the feature shows its function instead of only zooming 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EF617-C71A-41D1-8790-E26BE8F5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8364"/>
            <a:ext cx="112777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on the vial.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0F153-67E0-4390-9B23-A5589B2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7667"/>
            <a:ext cx="4765365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Clickable classes and a continuous carousel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529C5-D686-4FAC-A769-91AA3C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379"/>
            <a:ext cx="532092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Compound classes: make the peptides clickable so they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8A258-136F-4E0B-82E8-46C8231D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8603"/>
            <a:ext cx="533309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lead to the relevant categories. Add continuous carousel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18FE8-CF98-4E31-9509-336293E6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6827"/>
            <a:ext cx="427235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scrolling in class order and automatic sliding.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965C1-3453-4CA9-A0EF-9F8B1813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9204"/>
            <a:ext cx="2950722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Reliable desktop animation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C95BC-A001-447A-9FAB-D515735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916"/>
            <a:ext cx="528572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Fix the desktop compound-class animation. It moves 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AF00F-C640-4737-8CE4-BCA21AA1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0140"/>
            <a:ext cx="533289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and down and currently needs an exact scroll position 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A6845-E765-4418-B333-E2ACE43B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8364"/>
            <a:ext cx="254857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display and work properly.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39516-46EC-422E-B8AC-46098831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7667"/>
            <a:ext cx="327954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An intuitive mobile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3B676-CFE3-49DD-A40E-A95FFEC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379"/>
            <a:ext cx="519281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Add animation on mobile when scrolling down from the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1F82A-C548-4703-86D3-9DAE737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8603"/>
            <a:ext cx="505315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homepage. Review the spotlight collection carousel: 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ED17A-C725-416D-9645-BB67002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6827"/>
            <a:ext cx="459875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like it on desktop, but it is not intuitive on mobile.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6F402-623F-469B-B1E3-26ACBB7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84315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STOREFRONT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51873-B503-48EF-8F2A-B6981AEC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385975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8B302-7031-4167-9FC3-A3862DE5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FDBFD-1850-4F79-B1E8-5A4F83E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9C84-C2B2-48D3-A958-9E514FC6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2692E-215C-4C62-84ED-5F50C8A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AE551-1BFB-4356-96A9-43119FB3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CDE12-4D98-466B-9AFB-C00067D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901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STOREFRONT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57981-6823-4DEA-8391-5EAEDD01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616937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Let visitors scroll before the offer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A9868-6610-4A73-8230-1BABB158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154145"/>
            <a:ext cx="149570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ORIGINAL ISSUE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B30DE-AEB6-40B5-89CB-5C59639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1872044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First-order popup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146FA-6B4B-45A2-9733-0567A62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5899"/>
            <a:ext cx="593821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Show this popup only after the visitor has scrolled down a little.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6E1DF-D25B-4601-A9A0-5FA6F39F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123"/>
            <a:ext cx="426150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Agree on the point at which it should appear.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CD563-433F-4483-BDCA-8F521D5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1897"/>
            <a:ext cx="188370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Timing to confirm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9CECA-B64A-4637-9E99-324712D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5846"/>
            <a:ext cx="599643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Agree on how far visitors should scroll before the offer appears.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91BD1-A9AE-4C6B-B65D-613954AC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84315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STOREFRONT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A800B-F06C-4CD0-9FAE-D83B849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23DBB-88A4-4F05-A317-AA87350CA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055577bc84562"/>
          <a:stretch xmlns:a="http://schemas.openxmlformats.org/drawingml/2006/main"/>
        </p:blipFill>
        <p:spPr>
          <a:xfrm xmlns:a="http://schemas.openxmlformats.org/drawingml/2006/main">
            <a:off x="7811691" y="1752600"/>
            <a:ext cx="3236119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90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5DC9B-DD65-451E-9053-6F2F4EB7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04C2C-97B0-41D4-A2DF-82B3872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B229C-69A4-4490-BCE6-CEDA72A7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ADD9B-C4E2-4874-AE21-6926E8A4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48543-6415-4758-8FD5-151F8BE9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8B153-4ECD-4106-BB68-B94F0C1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901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STOREFRONT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E11E8-914E-42D0-A0E6-957768E7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487698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Fix the mobile About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34EEE-8DD5-469C-B314-93820D3C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154145"/>
            <a:ext cx="149570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ORIGINAL ISSUE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44CF6-1C54-46C7-A694-4A2B55FB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3770579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Keep the animation clear of the 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8F1D5-92D0-45DE-B01A-82F5C365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5899"/>
            <a:ext cx="637010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Resolve the layout and function bugs on the About page. The purity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781E6-3BD9-43DD-9732-E939D84A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123"/>
            <a:ext cx="364370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animation overlaps the text on mobile.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D72A-5AEC-48C5-B6DC-E9F5CDF7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84315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STOREFRONT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3001D-9D68-4F3B-8FAD-8B0CBF3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4B852-2CF2-4724-8AA0-BBECC4D124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1514c9d6e4222"/>
          <a:stretch xmlns:a="http://schemas.openxmlformats.org/drawingml/2006/main"/>
        </p:blipFill>
        <p:spPr>
          <a:xfrm xmlns:a="http://schemas.openxmlformats.org/drawingml/2006/main">
            <a:off x="7811691" y="1752600"/>
            <a:ext cx="3236119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66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E230B-3762-47F3-9ACB-67A7A8E4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161C6-87CE-404B-A5B5-2B9ABB7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3BE73-BB3C-4E84-9E43-0892557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384D2-DD14-414D-943D-81B816B8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A91FE-ADD2-455A-B6C9-89AB5FD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55B8-B9B0-4D6D-B618-BE68B619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48623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SHOPPING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41DC5-6263-4CFA-B6BE-9555087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5777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account creation clearer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550E5-0C6F-4AA0-AE72-70DCE8E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2396737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Research account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C51A0-6A52-4CC8-82AE-21ED277E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06228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Discuss the research account application flow in depth and rethink how the overall process should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8959A-9901-4AA6-BA91-02DB6F7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5207"/>
            <a:ext cx="265284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First visit and 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4F25F-6D9E-427B-9F07-C8417D51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3165"/>
            <a:ext cx="111314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Review the first-visit research guidelines and verification flow, including how the guidelines open and how the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00F6E-CD13-47DE-AD27-C96C12C5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19305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CAPTCHA works.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73320-E40F-45DF-8919-0838D72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1072"/>
            <a:ext cx="212814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Application wording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58E24-C0E1-4476-BA48-5AFFBF5C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9030"/>
            <a:ext cx="65184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Change the account application action from “Apply” to “Create.”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7F913-5376-4895-BADE-76AD129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871449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SHOPPING EXPERIENCE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1A052-9319-4969-BF71-FE18E697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5410765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7FB14-D537-4400-90C5-8EF4D734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95D39-3F26-4CDA-9703-D70EBA5D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205DF-0B9B-4A13-B6F2-1758FBA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277B7-4F0F-401E-838D-3CE3601B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C312C-498A-4217-BAB0-1D4EF797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39458-FD4D-47C5-B2C8-8052BC62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48623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SHOPPING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6547B-6E93-45E9-8297-56746AEC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95747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Clarify products and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083CB-0EE9-482C-BCA6-A846469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9204"/>
            <a:ext cx="290162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Vial options and discounts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EF568-6B4C-4D6A-8BFE-3E7D7BB2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916"/>
            <a:ext cx="498326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Show 1-vial, discounted 2-vial, and discounted 3-vial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253AD-37A1-4D93-AA4F-FDA388C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0140"/>
            <a:ext cx="3748376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options. Confirm the discount amounts.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A440D-F535-420F-A6E0-E0ABCADA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9443"/>
            <a:ext cx="26588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Show every purity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1FD8C-BBEC-4132-B78F-44CA6719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2155"/>
            <a:ext cx="464479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For stacks, show all relevant purity results on the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1CBC1-BD46-4372-B562-2E00512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379"/>
            <a:ext cx="53340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product page and the Verify page. Remove the limitation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BFBB9-38ED-400C-B38D-4012033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8603"/>
            <a:ext cx="506471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that prevents all purity percentages from reaching the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FF7DA-17B9-4A83-ACCF-4E0A3977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6827"/>
            <a:ext cx="101102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main site.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D3BAE-E525-4F93-9DA7-900B041F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9204"/>
            <a:ext cx="151443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GLP-1 names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23F96-EE4A-4B98-B0A2-F35B297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916"/>
            <a:ext cx="430744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Change the GLP-1 names. Confirm the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70873-0352-49EA-A1A3-46DB7323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0140"/>
            <a:ext cx="424933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replacement names before making the edits.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A1DD6-E8B6-4A69-9B6F-9605060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9443"/>
            <a:ext cx="1818656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Verify animation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639EF-E824-4C89-9A16-72672BB1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32155"/>
            <a:ext cx="53340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Revisit the Verify page animation. I preferred the original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0394D-1BC5-4D10-B5CD-4334840F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379"/>
            <a:ext cx="474987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animation, but want it to fit the current visual style.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984B2-AA1A-485C-8797-7C559A6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871449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SHOPPING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5F46E-BF0D-4497-89A9-7D45A71F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938514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BC374-6112-4386-A13C-9A636518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C67FD-9240-4D7C-AFCF-2BC49C2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C6026-B0A1-4F23-9DE7-31CA2416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5F0BE-8654-48CC-B651-7EACC0C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D8BEE-D325-4EC0-BFE7-E1C08DE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8E231-A862-433C-98F3-12EDB5BB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48623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SHOPPING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734CD-9749-40C4-977B-0EC4202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498414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the cart feel polished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9296C-BD37-41EA-9D70-2ED7402C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4154583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Consistent mobile and desktop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F2666-D7DB-4901-B823-4724B33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090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Use the same add-to-cart popup on desktop as on mobile. Clean up the cart and add-to-cart animations 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1F596-8DDD-4943-8E26-C02F144A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94160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mobile and desktop so the movement, timing, and confirmation feel polished and consistent.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06044-E16D-4CB0-BBAB-19786B73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7815"/>
            <a:ext cx="389868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Cart box and progress bar animations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6C7E5-5B46-4363-8009-73FFFD2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102289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Revamp the cart box, popup motion, and progress bar animations on mobile and desktop. Mimic the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ED661-67CE-423B-A983-2B5EC02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8381"/>
            <a:ext cx="1069932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homepage slider, with smooth progress toward free Bac Water at $75 and free shipping at $200. Use the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7F4BF-5606-44AA-9BE8-7ED7AF69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0989"/>
            <a:ext cx="66077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end-to-end lot explanation as the progress-bar styling reference.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B570C-181C-4BD9-8C05-032871F2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6288"/>
            <a:ext cx="205867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Shipping insurance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8578C-76D2-4994-B6BF-B5E2EAF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4246"/>
            <a:ext cx="1002625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Add shipping insurance to the cart, enabled by default with an option for the customer to turn it 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E7A35-2752-4783-BE55-EC333081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871449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SHOPPING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2C81E-07FB-4353-B9D5-9AD296C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601957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061BD-BFA9-41AA-9395-983CA782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C1225-4725-49BE-8898-0DE5B96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BF05B-A11B-470B-8098-4435B1BF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D7E29-5F31-4981-8CCE-A09FBDC1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BFBDF-7C8D-4CE2-A105-59E5B7FB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79803-448B-4253-AE0E-229615B9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148623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SHOPPING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7BF6A-A1F7-47A0-8797-96B6851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691109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the rewards easy to 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2AC56-A3D4-4CC4-92B5-03809508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9204"/>
            <a:ext cx="2391375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Free Bac Water at $75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71837-19E8-4244-A732-EB5C37D5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916"/>
            <a:ext cx="468009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Unlock free Bac Water at $75 and show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5F896-52FC-4B86-838F-65E589E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0140"/>
            <a:ext cx="2862904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toward this reward in the cart.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7FA73-A9F8-43CE-B6AD-B82B1AB1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9443"/>
            <a:ext cx="235447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Free shipping at $200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79B19-161B-4F5D-9466-5670404A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2155"/>
            <a:ext cx="508845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Use $200 throughout the cart, homepage promotions,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6C6A2-CE74-4B2D-8D39-56619FF4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379"/>
            <a:ext cx="532153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and checkout. Update older $150 free-shipping wording.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3077A-D4EB-4D30-B3A1-A33CED68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9204"/>
            <a:ext cx="159926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Loyalty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EBDB3-355F-4F47-A8CD-3DADDD12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916"/>
            <a:ext cx="492525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Integrate the loyalty points system and agree on the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6E5F9-6DCE-4939-917F-6844EA24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0140"/>
            <a:ext cx="289840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earning and redemption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70AF6-EA28-44A0-924A-504447E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9443"/>
            <a:ext cx="3206167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Confirm the remaining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F0812-43FF-4EBC-BFA1-8222B54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32155"/>
            <a:ext cx="449367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Agree on the account and first-visit flow, GLP-1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2BA89-AD00-4442-ACAF-D9256144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379"/>
            <a:ext cx="473841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replacement names, vial discounts, and the 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40767-B972-41CC-88C8-E2A5720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8603"/>
            <a:ext cx="532092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animation reference. Reward thresholds are $75 for free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26070-3809-4FEF-8F7E-52F2C6D5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6827"/>
            <a:ext cx="364380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Bac Water and $200 for free shipping.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7612C-7C5A-4652-AA80-56D7267C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871449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SHOPPING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4C5F4-05D0-4E1C-8791-724A226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6406553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2BE75-6804-4338-9F4E-3A66956F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62F9-57D4-477B-91AA-014A7A3F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0A01C-7AC0-40D1-AB61-26181C07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0B9C5-9223-41D3-BD2D-442AB055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F7AB5-DA1B-409E-8198-C52009B2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1419B-0E05-4BDE-86B2-6868FF58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9542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VISUAL BUGS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B1E92-13A4-4CC4-BCF7-565A222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19399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Smooth out the 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729F-7145-4851-AD3F-7CA3C0DB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54145"/>
            <a:ext cx="149570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ORIGINAL ISSUE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5FFA5-F578-4E66-8FAA-F3FF9429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2618259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Refresh and scroll flicker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2950C-7AC5-4C63-B07E-053F097E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5899"/>
            <a:ext cx="546069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Fix the background changing or jumping from dark to 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5A602-030D-4CEC-AB64-EF20AA15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123"/>
            <a:ext cx="342218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on initial refresh and while scrolling.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79307-CD78-47D8-AD82-E20AA4F3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1897"/>
            <a:ext cx="288490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Continuous light movement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4C2E6-8981-41F9-B53A-52FE883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5846"/>
            <a:ext cx="542600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Make the background hue and light effect move smoothly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39F8A-C9C9-466A-BF50-42C8156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4070"/>
            <a:ext cx="533227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during scrolling, as it does on desktop. It currently jumps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AA67-8F6C-4E7D-9654-0018AF9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2294"/>
            <a:ext cx="197774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after scrolling stops.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C1F41-87E3-46C0-97A0-3F490FF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0068"/>
            <a:ext cx="282699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Compound-class transition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E83E6-B84F-47AB-97F0-015B478D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017"/>
            <a:ext cx="5018056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Check the transition into the compound-class section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08726-1B78-40ED-822A-2F3D9799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2241"/>
            <a:ext cx="500710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alongside the desktop animation fix in the homepage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BFECD-1720-4562-ABDE-44CB759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0465"/>
            <a:ext cx="83647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A0F28-29E3-41BB-9CEB-DCC5AAC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633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VISUAL BUGS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5FDDB-5D54-44F8-9759-DA8B9669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58075-C5A7-48FC-B0C7-FEE529AE61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17de844334119"/>
          <a:stretch xmlns:a="http://schemas.openxmlformats.org/drawingml/2006/main"/>
        </p:blipFill>
        <p:spPr>
          <a:xfrm xmlns:a="http://schemas.openxmlformats.org/drawingml/2006/main">
            <a:off x="6745684" y="1752600"/>
            <a:ext cx="1986758" cy="4314825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95024-6F13-44DC-A0C1-2F9C2D851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ae2dc8897422f"/>
          <a:stretch xmlns:a="http://schemas.openxmlformats.org/drawingml/2006/main"/>
        </p:blipFill>
        <p:spPr>
          <a:xfrm xmlns:a="http://schemas.openxmlformats.org/drawingml/2006/main">
            <a:off x="9317434" y="1752600"/>
            <a:ext cx="1986758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726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2088B-E2A3-4F8E-BE2A-1EFB209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BFC62-6F5B-4FEC-B56C-736A772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073F9-7798-4D3C-9134-7F876596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557A0-E8CB-487D-BF9B-ED6AFB77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36C9D-9120-4E73-95BD-9B25FD7A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42ED-5C36-4990-A1CD-EAF5D97C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9542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VISUAL BUGS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D8BF7-7146-4043-ABF9-DF35B7B2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623392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Remove unexpected empty 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1C817-0632-4243-B010-4302168B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154145"/>
            <a:ext cx="149570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ORIGINAL ISSUE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C3231-1AEE-4BBD-AE1C-FDA76D1D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2327160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Spacing across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B8D7D-C228-4DED-B779-0AFB79F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5899"/>
            <a:ext cx="309557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Fix empty-space glitches across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8A556-8ACF-4476-9399-5396054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123"/>
            <a:ext cx="314295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pages, including the Coenzymes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1291E-6DBF-48D4-BA12-7486FD76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2347"/>
            <a:ext cx="194284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&amp; cofactors section.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8BB46-96E2-4D8B-BBAE-4B1B74CB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633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VISUAL BUGS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9F5CB-A6C4-4A8C-8C55-0BDA3487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2A018-B099-4763-A30A-727842EE9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a7733d74e4ddd"/>
          <a:stretch xmlns:a="http://schemas.openxmlformats.org/drawingml/2006/main"/>
        </p:blipFill>
        <p:spPr>
          <a:xfrm xmlns:a="http://schemas.openxmlformats.org/drawingml/2006/main">
            <a:off x="4937530" y="2000250"/>
            <a:ext cx="5898342" cy="404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08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3A7E1-365A-4040-8724-94D8876C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B6302-2BA3-4937-8ED7-CF0C6759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2F6FC-8744-4A95-8A42-46FC3CD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ECC0C-4401-4298-B9D2-3FC4B6F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26E11-45A3-40AE-942B-97FB1F11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B4A2-DC7F-4E07-B701-46209DFB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9542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VISUAL BUGS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915DB-E81C-4423-AFC6-690B4EF5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752370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Check navigation and Windows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0CE42-E449-41C1-9330-28FBDB44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1950"/>
            <a:ext cx="2838450" cy="26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Returning to the homepage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0C33C-5EC4-420B-A36F-A3315DB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9908"/>
            <a:ext cx="105599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The homepage loads correctly on the first visit. After opening another page, returning home through the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244C6-E68B-4F24-8CED-C9132661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2516"/>
            <a:ext cx="1068716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navigation logo or the browser Back button produces a glitchy load. Reproduce and fix both return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62604-4751-47D6-8D2D-18A3FAC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7815"/>
            <a:ext cx="225645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HP Envy on 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4804F-078A-4090-B456-372132E9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773"/>
            <a:ext cx="1125854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On my mom’s HP Envy, the site shows the desktop layout and navigation, but behaves as though it loaded the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C7D24-9478-41EF-9476-3A22B815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8381"/>
            <a:ext cx="112459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mobile version: no animation on scroll, a carousel that is not continuous, and a glitchy background. Investigate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465E6-8226-48AB-B135-ED32FDE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0989"/>
            <a:ext cx="1110551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why these mobile-style issues appear in the desktop view. Confirm the browser, affected pages, and steps 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64066-E239-4551-901A-3106B7D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597"/>
            <a:ext cx="12071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reproduce.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DD2A7-61F1-4305-9D94-DB66E4DD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633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VISUAL BUGS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703FF-AEAD-44F9-843D-30934CA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51751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8C18B-0C88-429A-9BF4-6516FE9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5429250"/>
            <a:ext cx="7810500" cy="781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AAB45-7AAC-4CA7-BFCC-0D6D35E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4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D6FC6-036C-48E4-A332-857F7057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6991"/>
            <a:ext cx="111633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F0868-8318-4C82-A683-CA52AE6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882"/>
            <a:ext cx="10952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TRUEMARK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B1B59-6044-41C8-8151-C42CC49A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954"/>
            <a:ext cx="132086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MEETING WITH RILEY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BE190-8D78-48D3-B8B6-69C97BBC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5104"/>
            <a:ext cx="82560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6C85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74569-8C85-4FAE-91F3-173F624F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8881"/>
            <a:ext cx="542802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B35"/>
                </a:solidFill>
                <a:latin typeface="Arial"/>
                <a:ea typeface="Arial"/>
                <a:cs typeface="Arial"/>
              </a:rPr>
              <a:t>Questions to settle with Riley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5936A-5FF3-4D37-92DA-4011BE84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9204"/>
            <a:ext cx="163563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Working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DA2D0-6CC8-49D4-9B38-80E61214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916"/>
            <a:ext cx="492515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Which parts of the backend and integrations can we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3C7B2-5FEE-40B0-B360-AAE4183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0140"/>
            <a:ext cx="497160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demonstrate working now, and which still need to 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B9A5-DA9C-4781-8036-354ADDB7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8364"/>
            <a:ext cx="188503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built or connected?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0B32F-037B-4BDA-931C-BE0BEC68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7667"/>
            <a:ext cx="1708905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Agent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A47C7-331E-4B6A-91A0-A40211A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379"/>
            <a:ext cx="5332177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How will the customer agent learn through the TrueMark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95F9D-D5BC-43D1-9FCD-0261F7FE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8603"/>
            <a:ext cx="5158029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brain and give more thoughtful help? Which previously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601BC-80A2-4232-B48D-E5EE565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6827"/>
            <a:ext cx="520417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discussed partner actions will it perform, and how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9564C-D95E-42AE-BCF5-B251C3D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05051"/>
            <a:ext cx="352767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the existing personal agent connect?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50A2F-8144-4737-8EDB-219E7CF9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9204"/>
            <a:ext cx="1672642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Payment setup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EC29B-1FD4-4C6E-B146-6B70C2A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916"/>
            <a:ext cx="5227913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What website URL and remaining setup are needed for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E517B-6FFC-451D-8A8D-D627DAF8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0140"/>
            <a:ext cx="210615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payment processing?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998A3-F7E6-40D3-89F6-DF878F0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9443"/>
            <a:ext cx="1672856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Business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C7219-AC8A-48C6-9F38-79B9CB30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32155"/>
            <a:ext cx="4482312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What exact settings should we use for shipping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96D09-6ACE-428A-9526-3C28672E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379"/>
            <a:ext cx="5134086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statuses, large-order reviews, discounts, rewards, 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DC946-420F-41BC-A1C1-E05B8A4A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8603"/>
            <a:ext cx="1849841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11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1B35"/>
                </a:solidFill>
                <a:latin typeface="Arial"/>
                <a:ea typeface="Arial"/>
                <a:cs typeface="Arial"/>
              </a:rPr>
              <a:t>profit calculations?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AB666-92DC-4DA4-9018-09CF651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095"/>
            <a:ext cx="132092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746C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46C85"/>
                </a:solidFill>
                <a:latin typeface="Arial"/>
                <a:ea typeface="Arial"/>
                <a:cs typeface="Arial"/>
              </a:rPr>
              <a:t>TRUEMARK / DISCUSSION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C4A30-8E33-4BB1-B43C-F82D6B9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84009"/>
            <a:ext cx="49297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54B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54BB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862300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2026-10-18T23:38:55.1230000Z</dcterms:created>
  <dcterms:modified xsi:type="dcterms:W3CDTF">2026-10-18T23:38:55.1230000Z</dcterms:modified>
</coreProperties>
</file>